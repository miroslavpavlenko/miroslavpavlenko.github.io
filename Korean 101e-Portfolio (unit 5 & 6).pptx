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7AD4-1045-E71A-4745-3461569D5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2BE19-832B-77C6-7F33-A036ACC2A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4E069-B90C-F3A7-512E-CC0CEE28B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A5ADC-7903-4260-8C0A-A5CD7133D7E8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9C74D-FEAC-2EC7-4477-DA21D6C4B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56834-DEAA-AF56-3530-178E4250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A6A-DE3B-445A-8401-A2C8C0A96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052DA-169C-C8BA-89FA-55848A2A1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537E8-351D-4C1A-C6AD-EA40504CB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DEDE1-A72E-9768-890D-7ADAED516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A5ADC-7903-4260-8C0A-A5CD7133D7E8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A2439-A011-DE8A-EC10-7A1139347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D5660-F409-1F0C-BED9-DC5BBBFEE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A6A-DE3B-445A-8401-A2C8C0A96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02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191B9-F633-E7C2-B40A-F97104683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3B38C-D8DF-8B07-9C0E-D4EC7FB06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24F95-C3BC-1C50-1199-6E9408579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A5ADC-7903-4260-8C0A-A5CD7133D7E8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1A502-B764-CCEC-DF43-5F918EBF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EDC3A-7614-69B7-C29F-B288ABD04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A6A-DE3B-445A-8401-A2C8C0A96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998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81D8-80A6-C638-8B46-BC7B08401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C5193-B975-0021-C36E-DC30A45A99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36B26-8799-200D-BF63-87172688D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5C95F-ED8D-2248-49EA-D6675FB0C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A5ADC-7903-4260-8C0A-A5CD7133D7E8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3B23E-55F9-9E42-5874-225E57048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FFB23-7828-7E7E-ABDD-C085F208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A6A-DE3B-445A-8401-A2C8C0A96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88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54378-47B2-DAD4-18B9-32BC4CA29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7124C-D062-3552-AF74-A4BB9552A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E330F-ED57-13AE-22B1-F7A06FBEB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6649C-4570-B80B-121A-12AD0414D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9261F3-9CC1-7A18-9F93-C2490A1AC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A125F-94AF-A485-E272-159E49817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A5ADC-7903-4260-8C0A-A5CD7133D7E8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59DAB-4620-6551-3FC3-1ACF8D8A6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2EA62D-5CB8-5168-96B4-37DDE9DC8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A6A-DE3B-445A-8401-A2C8C0A96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75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EC622-7BE2-0D53-81A6-0F3BA2A20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43B93D-EA55-2C7C-B582-F8C8FA8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A5ADC-7903-4260-8C0A-A5CD7133D7E8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5E5062-8833-E142-CF8D-41628FD0F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55764-4FEE-F459-2261-313A2DEF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A6A-DE3B-445A-8401-A2C8C0A96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62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D3A586-2BB1-CE49-125A-1CCCD289A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A5ADC-7903-4260-8C0A-A5CD7133D7E8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5596EC-1C0E-19C4-25FE-37FF9A999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1DDDA-54D1-6688-44DA-1152E4817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A6A-DE3B-445A-8401-A2C8C0A96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84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CB46-99C5-B766-2C6C-0400B622F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E0F47-A727-D800-FDF4-E24433227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A1CFF-CBC4-9E8E-5F22-A264D8B6E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1608B-5434-C075-412B-4FDB6F0A3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A5ADC-7903-4260-8C0A-A5CD7133D7E8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F3866-BB86-7F9C-6489-2CC229CB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3DC16-7644-1FF6-D33F-D8DBBD8C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A6A-DE3B-445A-8401-A2C8C0A96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7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B94A6-A76A-B1CF-D262-E53A6CE72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7169BC-999A-A3A0-052A-E1B47736CA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1E07E-91AF-D3DB-D705-64C9504BF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CD14A-4450-872D-88D5-036895124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A5ADC-7903-4260-8C0A-A5CD7133D7E8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3ABF1-1ACC-2BCA-693A-F951F9B06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28EE5-C6D7-D9CE-21B8-69EB9591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A6A-DE3B-445A-8401-A2C8C0A96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673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08BF3-1DF5-B9E9-B267-D719583E1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E9D32-1CB0-F046-88CD-19E51340C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64126-274D-AF5E-F408-7B38F55FB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A5ADC-7903-4260-8C0A-A5CD7133D7E8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E8A71-6184-E7B6-5E48-8F9E82CA4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AFB42-3E8D-0FEF-8ABD-3C97D1721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A6A-DE3B-445A-8401-A2C8C0A96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51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46F7E1-278C-B132-FA6A-4B6326130B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6C5F0-2371-32A4-38B5-8FF7C09A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CA1E4-CD5C-0425-CA75-CA7C2026A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A5ADC-7903-4260-8C0A-A5CD7133D7E8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1D7DF-D279-2DC5-26A1-2AA1256A0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F1535-8477-F913-E012-D92EE2272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BA6A-DE3B-445A-8401-A2C8C0A96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25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1FC7D-A33C-0A53-B647-2037A5D8D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12EC2-793C-DFD4-F5F2-515C8EDDA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B6D24-A224-33E4-D7EA-0F057AADCD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FA5ADC-7903-4260-8C0A-A5CD7133D7E8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68B59-21CD-DA33-11EB-94BBEA70B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79B9B-A824-EA3D-9CDB-8F371AC6A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5ABA6A-DE3B-445A-8401-A2C8C0A96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6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7588F-07FD-75A7-A55A-65BFD6C67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64" y="2025396"/>
            <a:ext cx="11548872" cy="2807208"/>
          </a:xfrm>
        </p:spPr>
        <p:txBody>
          <a:bodyPr>
            <a:normAutofit/>
          </a:bodyPr>
          <a:lstStyle/>
          <a:p>
            <a:pPr algn="di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Korean 101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e-Portfolio (unit 5 &amp; 6)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7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6B3A-9945-416D-A55B-25DF99028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자주 가는 곳에서 먹는 음식 </a:t>
            </a: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ko-KR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겨울 방학에 할 일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piece of lined paper with writing on it&#10;&#10;AI-generated content may be incorrect.">
            <a:extLst>
              <a:ext uri="{FF2B5EF4-FFF2-40B4-BE49-F238E27FC236}">
                <a16:creationId xmlns:a16="http://schemas.microsoft.com/office/drawing/2014/main" id="{02E3E94E-646E-D6C0-79F8-5EC9F771C6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826" y="1490662"/>
            <a:ext cx="6662737" cy="4956967"/>
          </a:xfrm>
        </p:spPr>
      </p:pic>
      <p:pic>
        <p:nvPicPr>
          <p:cNvPr id="6" name="untitled">
            <a:hlinkClick r:id="" action="ppaction://media"/>
            <a:extLst>
              <a:ext uri="{FF2B5EF4-FFF2-40B4-BE49-F238E27FC236}">
                <a16:creationId xmlns:a16="http://schemas.microsoft.com/office/drawing/2014/main" id="{F4943388-0315-70E2-3F9C-2A7709A5056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34574" y="345955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62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48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B4D578A-F2C4-4EA9-A811-B48E66D63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DF9EB-96B9-427A-F4E5-FAC864641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57" y="5279509"/>
            <a:ext cx="9707911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/>
              <a:t>Anki Note Cards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A503C0E-187E-69AD-3948-0A60367B3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59" y="208782"/>
            <a:ext cx="1746208" cy="3775587"/>
          </a:xfrm>
          <a:prstGeom prst="rect">
            <a:avLst/>
          </a:prstGeom>
        </p:spPr>
      </p:pic>
      <p:pic>
        <p:nvPicPr>
          <p:cNvPr id="13" name="Picture 1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4F0DE51E-2E98-CC89-C0E6-C88DD4D70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479" y="208782"/>
            <a:ext cx="1746208" cy="3775587"/>
          </a:xfrm>
          <a:prstGeom prst="rect">
            <a:avLst/>
          </a:prstGeom>
        </p:spPr>
      </p:pic>
      <p:pic>
        <p:nvPicPr>
          <p:cNvPr id="5" name="Picture 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C4216936-3BE3-E692-3289-3F7F9D73F4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326" y="208782"/>
            <a:ext cx="1746208" cy="3775587"/>
          </a:xfrm>
          <a:prstGeom prst="rect">
            <a:avLst/>
          </a:prstGeom>
        </p:spPr>
      </p:pic>
      <p:pic>
        <p:nvPicPr>
          <p:cNvPr id="15" name="Picture 14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2B51B8B6-DF66-80CC-0CDE-1922F549CD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173" y="208782"/>
            <a:ext cx="1746208" cy="37755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92D36CE-C130-1FE3-4D48-B2862A018F07}"/>
              </a:ext>
            </a:extLst>
          </p:cNvPr>
          <p:cNvSpPr txBox="1"/>
          <p:nvPr/>
        </p:nvSpPr>
        <p:spPr>
          <a:xfrm>
            <a:off x="1099359" y="4193151"/>
            <a:ext cx="1746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Each card would have Korean and English word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3F9D19-6A89-7C17-C580-35BA75A7099E}"/>
              </a:ext>
            </a:extLst>
          </p:cNvPr>
          <p:cNvSpPr txBox="1"/>
          <p:nvPr/>
        </p:nvSpPr>
        <p:spPr>
          <a:xfrm>
            <a:off x="3850479" y="4176282"/>
            <a:ext cx="1746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 made at least 2 set for each chapter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8BF9B7-6B40-1CB8-D3A3-99F01B097F3C}"/>
              </a:ext>
            </a:extLst>
          </p:cNvPr>
          <p:cNvSpPr txBox="1"/>
          <p:nvPr/>
        </p:nvSpPr>
        <p:spPr>
          <a:xfrm>
            <a:off x="6595315" y="4193151"/>
            <a:ext cx="17462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Each vocab would be separate and would have one with all words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148D36-E37C-3E69-9EC1-6C14ED11E359}"/>
              </a:ext>
            </a:extLst>
          </p:cNvPr>
          <p:cNvSpPr txBox="1"/>
          <p:nvPr/>
        </p:nvSpPr>
        <p:spPr>
          <a:xfrm>
            <a:off x="9352173" y="4163900"/>
            <a:ext cx="1746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Here one of example of the wards </a:t>
            </a:r>
          </a:p>
        </p:txBody>
      </p:sp>
    </p:spTree>
    <p:extLst>
      <p:ext uri="{BB962C8B-B14F-4D97-AF65-F5344CB8AC3E}">
        <p14:creationId xmlns:p14="http://schemas.microsoft.com/office/powerpoint/2010/main" val="2267990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58</Words>
  <Application>Microsoft Office PowerPoint</Application>
  <PresentationFormat>Widescreen</PresentationFormat>
  <Paragraphs>7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Korean 101e-Portfolio (unit 5 &amp; 6) </vt:lpstr>
      <vt:lpstr>자주 가는 곳에서 먹는 음식 &amp; 겨울 방학에 할 일</vt:lpstr>
      <vt:lpstr>Anki Note Cards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Miroslav S Pavlenko</dc:creator>
  <cp:lastModifiedBy>Miroslav S Pavlenko</cp:lastModifiedBy>
  <cp:revision>1</cp:revision>
  <dcterms:created xsi:type="dcterms:W3CDTF">2025-12-06T06:49:14Z</dcterms:created>
  <dcterms:modified xsi:type="dcterms:W3CDTF">2025-12-06T08:34:32Z</dcterms:modified>
</cp:coreProperties>
</file>