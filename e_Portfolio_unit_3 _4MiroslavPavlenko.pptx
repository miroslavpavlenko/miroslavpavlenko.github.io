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B9BA-E541-0287-3B21-19FFDF64C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B65D28-7282-F95E-BA82-43243F7A7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25821-166D-D4E7-2AC0-B30A740F5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46A7C-3080-4271-939E-71F3375C26E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2C7D8-F1E8-A97C-C899-ECD0D8F4E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82258-149D-04B7-A944-A64D29DCD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631BD-4076-4FB1-AE1E-51F403F2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4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1CCB5-5147-B669-734F-8B97680C3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4055F-31BF-5290-A79E-8A4D23BE4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DA904-2B4A-5553-997A-F50FF2659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46A7C-3080-4271-939E-71F3375C26E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842CF-5FC6-1788-0128-8FF9A422B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D4EC2-43B3-E2AC-65B7-DF8C7BF9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631BD-4076-4FB1-AE1E-51F403F2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51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ADAAA-45D5-3460-C5E4-B7B377B4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B229D-CA11-93CD-2634-E2D28754A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69F4B-B157-289A-EBAC-0598087DF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46A7C-3080-4271-939E-71F3375C26E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1DDBB-C907-4DC9-4B35-F02320666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6BF85-2967-D8AD-3B5D-E0A4D140E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631BD-4076-4FB1-AE1E-51F403F2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9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9813C-C419-6F7B-6FC4-77077B953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CBA23-1AD7-21DC-72F6-C6DA310479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6F58BC-5F18-664C-D55D-B814F89F0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E96AA5-4777-EB18-405F-A386D34C3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46A7C-3080-4271-939E-71F3375C26E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0BC18-8ABE-3CF3-5B3B-8EA537D90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AAA28-5D45-EA7F-4F08-BD461E42D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631BD-4076-4FB1-AE1E-51F403F2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2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C96FF-44D5-6678-9230-00FF74DBB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A5176-33D2-F6EF-BA5E-83CAA2CF8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74D53-CB6F-5F35-5058-D4DACE122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04C878-EC8D-6AED-9B42-A5FB2B292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C5FEF4-9C69-4C18-7657-948039AD78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92EB3D-FBB1-613E-26E6-725BB08BD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46A7C-3080-4271-939E-71F3375C26E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B30592-AE46-98DB-278C-72AA622A1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5FEFAE-3B09-5EF8-7F1F-2CF44D940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631BD-4076-4FB1-AE1E-51F403F2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7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3F0C0-9ADE-C01F-1CD1-5383AE03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25E9BF-61BA-6CB8-5D33-CB6E671E0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46A7C-3080-4271-939E-71F3375C26E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2FFEF4-0E6D-B320-E59F-18F27D7C1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2A85DA-3A7C-491B-023D-EBBDB0F49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631BD-4076-4FB1-AE1E-51F403F2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78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14C4CD-2808-C2BD-D9C0-36A5BCAF8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46A7C-3080-4271-939E-71F3375C26E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B00212-B76F-F63F-91CC-31060BE32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006AD-494C-ECAF-D6E4-6542EA88C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631BD-4076-4FB1-AE1E-51F403F2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83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F5857-6CBD-8CEF-5C3A-7D7B622CD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DDC17-DB37-408D-5629-A6861138C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6867C-5305-1F1F-3E07-C70B0C901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184C20-7240-0FF6-A16E-AA6A3FEF4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46A7C-3080-4271-939E-71F3375C26E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E41CC-A4E8-B763-D160-4EC64AE74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95BEF-CFCC-CE72-C6C6-C000F79AD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631BD-4076-4FB1-AE1E-51F403F2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54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E71A2-8E0F-FFFA-CE4C-FF9AE26C0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E877C-6A6F-98AC-4236-D6A4E952AE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FF5B8-EF8A-FF2A-8E5A-C2D3A571D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F50ED-7EBE-6D3F-886D-7D37CF372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46A7C-3080-4271-939E-71F3375C26E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83BD1-CF00-6D34-2BF2-711ECD954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57CB3-4C6D-8E92-8B04-646375EE4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631BD-4076-4FB1-AE1E-51F403F2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151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C6B78-1334-C8BD-AD33-AB22E5C1F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6F1653-EC78-B112-9BD7-B28BF93B5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60A6A-0183-68E5-9819-EDC6DE83A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46A7C-3080-4271-939E-71F3375C26E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964E8-8628-F681-EF3C-8CC42EB6B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2AE9F-2680-776D-C064-CF3D342D1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631BD-4076-4FB1-AE1E-51F403F2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78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882044-4ED4-14F1-82D8-3BA5DE3F08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A288E7-C11F-4FB6-88D8-8AEB44062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8CA20-8553-9844-8DC9-AE47C8FD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46A7C-3080-4271-939E-71F3375C26E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53838-73D9-F5F1-E98A-1922841A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92FD4-8E76-199E-CF89-E06A885E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631BD-4076-4FB1-AE1E-51F403F2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45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C0BC9-35F5-1916-9CF1-700200765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59252-9B61-A32C-E91A-E4C82CD6A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623E3-0392-6C5B-5810-2DF8578409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46A7C-3080-4271-939E-71F3375C26E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F0B72-B4B1-2C80-6695-B10DFBDB5E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E165B-A47F-172F-DB56-800624B6B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1631BD-4076-4FB1-AE1E-51F403F2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26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5B1DB-E9E0-341E-F778-269EC04AA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1209"/>
            <a:ext cx="9144000" cy="1865375"/>
          </a:xfrm>
        </p:spPr>
        <p:txBody>
          <a:bodyPr>
            <a:normAutofit/>
          </a:bodyPr>
          <a:lstStyle/>
          <a:p>
            <a:r>
              <a:rPr lang="en-US" b="1" dirty="0"/>
              <a:t>Korean 101 e-Portfolio 2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699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4EBD1-C4E9-CF5E-E68E-8CF85EBFE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b="1" dirty="0"/>
              <a:t>자주 가는 곳 </a:t>
            </a:r>
            <a:r>
              <a:rPr lang="en-US" altLang="ko-KR" b="1" dirty="0"/>
              <a:t>&amp; </a:t>
            </a:r>
            <a:r>
              <a:rPr lang="ko-KR" altLang="en-US" b="1" dirty="0"/>
              <a:t>하루 일과</a:t>
            </a:r>
            <a:endParaRPr lang="en-US" dirty="0"/>
          </a:p>
        </p:txBody>
      </p:sp>
      <p:pic>
        <p:nvPicPr>
          <p:cNvPr id="7" name="Picture 6" descr="A close-up of writing on a graph paper">
            <a:extLst>
              <a:ext uri="{FF2B5EF4-FFF2-40B4-BE49-F238E27FC236}">
                <a16:creationId xmlns:a16="http://schemas.microsoft.com/office/drawing/2014/main" id="{585345E9-9B52-BD1B-7A25-7E08244EBB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793940"/>
            <a:ext cx="6383850" cy="4492560"/>
          </a:xfrm>
          <a:prstGeom prst="rect">
            <a:avLst/>
          </a:prstGeom>
        </p:spPr>
      </p:pic>
      <p:pic>
        <p:nvPicPr>
          <p:cNvPr id="8" name="DAYTODAY">
            <a:hlinkClick r:id="" action="ppaction://media"/>
            <a:extLst>
              <a:ext uri="{FF2B5EF4-FFF2-40B4-BE49-F238E27FC236}">
                <a16:creationId xmlns:a16="http://schemas.microsoft.com/office/drawing/2014/main" id="{BEF6ED84-C515-782C-F8DC-2C993FB622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385300" y="475615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3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05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7146-F0EF-4C0A-C93D-DABD6FDD0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Personal Practice: Include your Korean language activities and be creative.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7FFC5-5A4B-4A1F-A854-0CCB5BC44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Song name : </a:t>
            </a:r>
            <a:r>
              <a:rPr lang="ko-KR" altLang="en-US" b="1" dirty="0"/>
              <a:t>곰 세 마리</a:t>
            </a:r>
            <a:r>
              <a:rPr lang="en-US" dirty="0"/>
              <a:t>“</a:t>
            </a:r>
            <a:r>
              <a:rPr lang="en-US" b="1" dirty="0"/>
              <a:t>Three Bears</a:t>
            </a:r>
            <a:r>
              <a:rPr lang="en-US" dirty="0"/>
              <a:t>“ </a:t>
            </a:r>
          </a:p>
        </p:txBody>
      </p:sp>
      <p:pic>
        <p:nvPicPr>
          <p:cNvPr id="4" name="DAYTODAY">
            <a:hlinkClick r:id="" action="ppaction://media"/>
            <a:extLst>
              <a:ext uri="{FF2B5EF4-FFF2-40B4-BE49-F238E27FC236}">
                <a16:creationId xmlns:a16="http://schemas.microsoft.com/office/drawing/2014/main" id="{B40D8F5C-CEFC-EC1A-C808-797F64D5E1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7099" y="2346324"/>
            <a:ext cx="2416175" cy="241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600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05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2B995E6B9FBC4D8EF322548C48AEB6" ma:contentTypeVersion="5" ma:contentTypeDescription="Create a new document." ma:contentTypeScope="" ma:versionID="c1af46eeaf5b439877bc0f224f12554f">
  <xsd:schema xmlns:xsd="http://www.w3.org/2001/XMLSchema" xmlns:xs="http://www.w3.org/2001/XMLSchema" xmlns:p="http://schemas.microsoft.com/office/2006/metadata/properties" xmlns:ns3="da303187-412f-4fd2-b6ea-032a4f05e069" targetNamespace="http://schemas.microsoft.com/office/2006/metadata/properties" ma:root="true" ma:fieldsID="3204790fadaf942d588e7d22e09642c2" ns3:_="">
    <xsd:import namespace="da303187-412f-4fd2-b6ea-032a4f05e06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303187-412f-4fd2-b6ea-032a4f05e06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F2BCCF-0B2E-4693-B949-AC34F4B5B5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303187-412f-4fd2-b6ea-032a4f05e0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07309E-6ACE-44BF-8F10-045D6E829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4DED3E-34F8-4356-9830-3CD08EFFBF8B}">
  <ds:schemaRefs>
    <ds:schemaRef ds:uri="http://schemas.microsoft.com/office/infopath/2007/PartnerControls"/>
    <ds:schemaRef ds:uri="http://www.w3.org/XML/1998/namespace"/>
    <ds:schemaRef ds:uri="da303187-412f-4fd2-b6ea-032a4f05e069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http://purl.org/dc/terms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34</Words>
  <Application>Microsoft Office PowerPoint</Application>
  <PresentationFormat>Widescreen</PresentationFormat>
  <Paragraphs>4</Paragraphs>
  <Slides>3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Korean 101 e-Portfolio 2 </vt:lpstr>
      <vt:lpstr>자주 가는 곳 &amp; 하루 일과</vt:lpstr>
      <vt:lpstr>Personal Practice: Include your Korean language activities and be creative.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Miroslav S Pavlenko</dc:creator>
  <cp:lastModifiedBy>Miroslav S Pavlenko</cp:lastModifiedBy>
  <cp:revision>2</cp:revision>
  <dcterms:created xsi:type="dcterms:W3CDTF">2025-11-08T07:31:13Z</dcterms:created>
  <dcterms:modified xsi:type="dcterms:W3CDTF">2025-11-08T08:42:04Z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0x010100642B995E6B9FBC4D8EF322548C48AEB6</vt:lpwstr>
  </property>
</Properties>
</file>