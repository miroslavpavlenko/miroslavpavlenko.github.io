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1ED4E-FD8F-CE42-5EC8-C62BDFE46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DA943-7642-37DD-025C-9D7F019FD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CB945-67A5-8211-B955-F282DDB45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2F115-CF6F-4134-BB47-57BAE81C58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52418-F172-452F-330E-1D99FE2F4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13F48-7891-15BC-E845-F00230B4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6C54-AC83-41A0-87D6-E239524D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68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EAB57-0D12-0F21-A19E-442A4325C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C4EE4-36B0-C063-E286-98678FFC8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3BBCC-B20B-323F-7F6B-5AF93DA09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2F115-CF6F-4134-BB47-57BAE81C58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084ED-7A9C-2B1D-851C-2B38E5E6D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B08C0-16E7-8CB8-5CC7-9138861B4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6C54-AC83-41A0-87D6-E239524D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59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430B0-EAD0-193A-ED77-D74BA0EEA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4C942-7157-60FA-A67C-EEFD588D1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67C0F-14F5-A98D-EC94-4694E4E83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2F115-CF6F-4134-BB47-57BAE81C58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4C97D-791A-2A18-959C-313FFDAA3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AD09C-7D12-5B60-A1CA-C6C5F029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6C54-AC83-41A0-87D6-E239524D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345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B9237-1C8B-EAEE-7932-42B42256E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7927F-5CA2-EBBC-D53D-70AC12966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0C105-462D-1CCD-745C-439575A0B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E1925-5034-9EC5-FD23-5FD47DD15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2F115-CF6F-4134-BB47-57BAE81C58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3AD34-51F4-06E2-91CF-41EDDE25B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19BD1-02CA-EDC5-A172-67728D1FA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6C54-AC83-41A0-87D6-E239524D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668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D7DB8-EE57-4A6A-80DF-8B9E379E2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17B20-899B-6123-1DCA-DA0107977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8C995-D2DE-F874-D1A8-5D1A0F4A9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C75A44-1519-A5B3-9A5C-0F6262DF9A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FBED1B-FDB6-EF7B-CA16-6B245BF703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49DC75-2D08-4AA4-713F-5EA306EF2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2F115-CF6F-4134-BB47-57BAE81C58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8FFA4B-8169-CFD7-3C61-DCD33C006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35A82C-00DA-4049-7EB7-C543C41D0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6C54-AC83-41A0-87D6-E239524D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95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52CCC-6AF6-FD7B-AD35-5F1A5A625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3B57F4-D77F-F1C4-1FA4-95BD51E29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2F115-CF6F-4134-BB47-57BAE81C58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F3AD2-C61B-02C3-AEF1-A0767D683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31696D-D641-D34C-4354-D53FF8739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6C54-AC83-41A0-87D6-E239524D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67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CEB67C-46CE-328C-8AAF-A9B15B8A2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2F115-CF6F-4134-BB47-57BAE81C58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861AFC-7E8A-198B-F6C0-F8097629D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F1E47-88D2-9BF4-F3A0-F892C2790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6C54-AC83-41A0-87D6-E239524D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76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D7BCD-C1E5-6A26-6467-EEC9E3DB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7838F-1E20-0857-D6FC-2259CB3ED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08154E-DE39-6861-9E5A-B0A153316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6FC33-30BB-FDD4-36C3-36980401D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2F115-CF6F-4134-BB47-57BAE81C58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101CD-6CA8-C59D-D18E-22320D184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84FD-0812-EA03-9BB3-32AF93103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6C54-AC83-41A0-87D6-E239524D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9D024-4470-8057-5D53-BC0A9B050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62B464-A75B-5F25-D433-6F459BB9E7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95220-432C-20FF-DDC2-45D35A7AB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9F9DA-0097-0C4A-1A34-4C6B28EE9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2F115-CF6F-4134-BB47-57BAE81C58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B28243-F30F-2964-C2EA-F1C685FED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224CE-7EAB-AC33-F46D-820E7E8E5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6C54-AC83-41A0-87D6-E239524D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879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99EDE-BC50-6352-5284-4F5BB49D6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AB7AA-3E53-DEFD-3196-C49342448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7CEA4-8C0A-FE7C-6524-77BE2B6AB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2F115-CF6F-4134-BB47-57BAE81C58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9D673-AF5A-6909-487A-0BD6F6B47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E55AA-4E7E-D211-6C68-03EDCB08C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6C54-AC83-41A0-87D6-E239524D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309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1A42AF-6DFF-FB29-B89E-C9B858A6C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0C5858-1DE6-6C55-BF4D-A403B194A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045C4-CAED-7BD8-2599-4B4B8CD72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2F115-CF6F-4134-BB47-57BAE81C58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B3EC1-A168-DE23-CD01-F785A6511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ED01F-121A-0881-E712-C6D88779D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6C54-AC83-41A0-87D6-E239524D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85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DCC00-8DCA-8119-BF0E-8523F7E40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B5800-B002-0D61-6DEF-72F7F87C9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BF569-E7DA-3452-2B28-BF00F1A87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2F115-CF6F-4134-BB47-57BAE81C58C7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6CA04-4D2C-E943-ADB8-052E9FADE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90626-FEFE-B48A-5A74-38E21115E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B26C54-AC83-41A0-87D6-E239524DF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39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27D0-A220-3D8C-5850-7F2B932F57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e-Portfolio (unit 9 &amp; 10)</a:t>
            </a:r>
          </a:p>
        </p:txBody>
      </p:sp>
    </p:spTree>
    <p:extLst>
      <p:ext uri="{BB962C8B-B14F-4D97-AF65-F5344CB8AC3E}">
        <p14:creationId xmlns:p14="http://schemas.microsoft.com/office/powerpoint/2010/main" val="3373583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2D7F2-3743-91F9-3AE0-08052F936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2400" b="1" dirty="0"/>
              <a:t>많이 아팠던 날에 대해서 쓰세요</a:t>
            </a:r>
            <a:r>
              <a:rPr lang="en-US" altLang="ko-KR" sz="2400" b="1" dirty="0"/>
              <a:t>. </a:t>
            </a:r>
            <a:r>
              <a:rPr lang="ko-KR" altLang="en-US" sz="2400" b="1" dirty="0"/>
              <a:t>대학교 생활에 대해서 발표문을 쓰세요</a:t>
            </a:r>
            <a:r>
              <a:rPr lang="en-US" altLang="ko-KR" sz="2400" b="1" dirty="0"/>
              <a:t>.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CBC32D-7CCF-BD5F-A034-72BFF7E51A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" y="1607230"/>
            <a:ext cx="4097723" cy="4755469"/>
          </a:xfrm>
          <a:prstGeom prst="rect">
            <a:avLst/>
          </a:prstGeom>
        </p:spPr>
      </p:pic>
      <p:pic>
        <p:nvPicPr>
          <p:cNvPr id="6" name="111">
            <a:hlinkClick r:id="" action="ppaction://media"/>
            <a:extLst>
              <a:ext uri="{FF2B5EF4-FFF2-40B4-BE49-F238E27FC236}">
                <a16:creationId xmlns:a16="http://schemas.microsoft.com/office/drawing/2014/main" id="{B262206F-3B2B-000D-4708-C8A17056CF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337536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954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983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967B3-D190-4809-17F4-45F7A9194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Cards for 9-10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654E43-DCAB-564D-323B-A850A68D1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60255" y="552449"/>
            <a:ext cx="50714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451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23</Words>
  <Application>Microsoft Office PowerPoint</Application>
  <PresentationFormat>Widescreen</PresentationFormat>
  <Paragraphs>3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e-Portfolio (unit 9 &amp; 10)</vt:lpstr>
      <vt:lpstr>많이 아팠던 날에 대해서 쓰세요. 대학교 생활에 대해서 발표문을 쓰세요.</vt:lpstr>
      <vt:lpstr>Note Cards for 9-10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Miroslav S Pavlenko</dc:creator>
  <cp:lastModifiedBy>Miroslav S Pavlenko</cp:lastModifiedBy>
  <cp:revision>1</cp:revision>
  <dcterms:created xsi:type="dcterms:W3CDTF">2026-02-11T08:59:26Z</dcterms:created>
  <dcterms:modified xsi:type="dcterms:W3CDTF">2026-02-11T10:55:03Z</dcterms:modified>
</cp:coreProperties>
</file>