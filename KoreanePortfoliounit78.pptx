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6BDD48-2427-433B-83B7-FED13E8EC8E0}" v="7" dt="2026-01-24T08:35:14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4F1E-FA44-B583-2059-9CB0895D9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72AD0-906D-1CB6-89E2-4546473D2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8A202-3166-D0A0-0874-0AB9065E0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E7D73-8F00-B48C-4B1B-832A06A1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ED806-4A12-5506-5C71-8594330B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7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800B1-CB86-340F-0EC1-BF46D7C3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B5D5C-D6B5-3CDB-3FDC-286CB5696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8047C-B512-E911-D31C-F8F2B31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62E1E-1559-2050-D273-0994C3DB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A333D-221B-B04C-9DA8-1BEB8E65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8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DFDAD-FE35-7154-EE63-642E81E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71F5-AC61-5F45-043F-8DD742E2F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FD18-5CB2-CA80-DF56-38B758EF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66300-A117-CB7E-B1C3-2725A134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029FD-9DD5-1FA9-AA24-57071B0D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87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D51A-82AB-A35B-18B3-E8B2BEAD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1982E-FD03-660C-AB32-D3BA8A5C0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BE6BC-0F62-E97C-BC94-AB9ECF8B1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7FD5C-C629-D091-CFAF-9423A2574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91064-97FF-3B91-F7C4-612F961A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FF9F7-AC13-C3E8-855C-C434C9BE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40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6763-96B2-303B-F120-6107604E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05F90-B3D4-14FA-C5ED-B54A6AF30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072C0-DF0D-030E-A97A-6DEF3F707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47088-1360-CF85-52CF-2FADE2420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20A7F-38DE-C251-6A31-E2B3685A0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8867B-2425-747C-C240-020D5388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8B20-61EB-1049-1AE3-1A84C9909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60ECE-1AFF-9127-F2C6-9A0776D4B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63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8ED0-6260-F9E6-BF20-A84E8CC83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E1988-06DE-09EB-F8FA-6D7C7BEC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E4EB4-2298-B922-2E56-5B4D61FC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D79A6-26AF-CC82-4D9F-69B34C2A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4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F38BD-709C-D5C8-88D5-45BD67878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AB69D-D4A0-22B9-3CB9-5782B993A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39FB9-6AA6-42CC-5A9B-221D7200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5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1283-0EE0-5E7E-3B40-1FD5C7681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3F667-CF99-1072-5A53-C977CB16D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64CD5-823B-6832-572A-530FD636A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8518C-052C-176D-D58F-4296F2C63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4CAD5-F554-8B7A-6EBC-871FAF35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21AE4-6654-C3AE-2924-6071980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7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F8BE-B514-4BB7-9744-44A2831F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0417F-2599-50ED-9C4E-F120AD39E5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4968C-4937-8391-B628-4684C401E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E2BF7-958D-9379-204F-C71176DC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C275-EDBD-DE6A-66FA-DD12FDDC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E5FEF-4079-9DCC-0639-0BE69863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6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166B-2199-EC81-078E-25DDD6D3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7CE64-AA56-A2AE-D706-C6038F711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0AE31-84EE-EBA3-774D-2D79B4E5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F7D62-507C-40BA-2977-DEA3F72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922E6-1E93-012E-1C48-92FBE3F3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3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FDC07-2F26-75CC-2E75-9CC09C8569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AA684-8A02-34BB-E829-B071A0C97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3CC6-8C7E-5C75-937A-E59ADEE5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6FCC1-FEC2-4282-9984-5FE48407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DBD60-670B-B3AA-F2FE-A292A710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4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72DCB7-C4B7-8F31-54E4-89250C052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42D7B-ECA2-7CC4-BDB6-A00C4A9C0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C5CC0-775A-D8A4-0A3E-6C6FAC71D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3E0C3-8FE3-4124-8496-D6D025EA23C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6AA51-C4CC-8A6B-07AD-F38E2FB3B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114C0-C53B-611F-7B05-1807BA506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BE4BD-0F08-47B2-A60D-E2B1462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EB75-123C-FA3D-6B82-1DA7934F4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1122363"/>
            <a:ext cx="10360152" cy="2387600"/>
          </a:xfrm>
        </p:spPr>
        <p:txBody>
          <a:bodyPr/>
          <a:lstStyle/>
          <a:p>
            <a:r>
              <a:rPr lang="en-US" dirty="0"/>
              <a:t>Korean e-Portfolio (unit 7 &amp; 8)</a:t>
            </a:r>
          </a:p>
        </p:txBody>
      </p:sp>
    </p:spTree>
    <p:extLst>
      <p:ext uri="{BB962C8B-B14F-4D97-AF65-F5344CB8AC3E}">
        <p14:creationId xmlns:p14="http://schemas.microsoft.com/office/powerpoint/2010/main" val="1292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46F62-646D-97EA-AF53-A0EB741F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b="1" dirty="0"/>
              <a:t>지난 주말에 뭐 했어요</a:t>
            </a:r>
            <a:r>
              <a:rPr lang="en-US" altLang="ko-KR" sz="2800" b="1" dirty="0"/>
              <a:t>?  </a:t>
            </a:r>
            <a:r>
              <a:rPr lang="ko-KR" altLang="en-US" sz="2800" b="1" dirty="0"/>
              <a:t>좋아하는 도시의 계절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날씨 그리고 사람들이 하는 일에 대해서 쓰세요</a:t>
            </a:r>
            <a:r>
              <a:rPr lang="en-US" altLang="ko-KR" sz="2800" b="1" dirty="0"/>
              <a:t>. 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30830-796D-28C9-3820-8F4FA26F6C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06" y="1690688"/>
            <a:ext cx="8783244" cy="4520999"/>
          </a:xfrm>
          <a:prstGeom prst="rect">
            <a:avLst/>
          </a:prstGeom>
        </p:spPr>
      </p:pic>
      <p:pic>
        <p:nvPicPr>
          <p:cNvPr id="6" name="untitled">
            <a:hlinkClick r:id="" action="ppaction://media"/>
            <a:extLst>
              <a:ext uri="{FF2B5EF4-FFF2-40B4-BE49-F238E27FC236}">
                <a16:creationId xmlns:a16="http://schemas.microsoft.com/office/drawing/2014/main" id="{0A007DC3-9698-EF45-203F-96A3B4A44C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18750" y="371137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5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92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E80B-4487-96B7-3ED7-3DBCF126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 My practice of vocab practice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91820-A2D0-29F8-7351-CB61AB84E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44" y="1690689"/>
            <a:ext cx="5614781" cy="3842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F5D26E-AF7D-C77B-3049-16BE80C35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625" y="1690688"/>
            <a:ext cx="6209029" cy="418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85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2B995E6B9FBC4D8EF322548C48AEB6" ma:contentTypeVersion="5" ma:contentTypeDescription="Create a new document." ma:contentTypeScope="" ma:versionID="b77ed00dbcf6e066d57059e50a9b0562">
  <xsd:schema xmlns:xsd="http://www.w3.org/2001/XMLSchema" xmlns:xs="http://www.w3.org/2001/XMLSchema" xmlns:p="http://schemas.microsoft.com/office/2006/metadata/properties" xmlns:ns3="da303187-412f-4fd2-b6ea-032a4f05e069" targetNamespace="http://schemas.microsoft.com/office/2006/metadata/properties" ma:root="true" ma:fieldsID="a4e12222160d3fef70dac647d818efb3" ns3:_="">
    <xsd:import namespace="da303187-412f-4fd2-b6ea-032a4f05e06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303187-412f-4fd2-b6ea-032a4f05e06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9CC8DC-E5D0-43BA-909A-62993CB606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303187-412f-4fd2-b6ea-032a4f05e0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00FE9B-91C1-4A06-A437-0D68163EA4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ACDC9B-82F9-453B-A0FA-E6B7C6ECF403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2006/documentManagement/types"/>
    <ds:schemaRef ds:uri="da303187-412f-4fd2-b6ea-032a4f05e069"/>
    <ds:schemaRef ds:uri="http://schemas.microsoft.com/office/infopath/2007/PartnerControls"/>
    <ds:schemaRef ds:uri="http://www.w3.org/XML/1998/namespac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31</Words>
  <Application>Microsoft Office PowerPoint</Application>
  <PresentationFormat>Widescreen</PresentationFormat>
  <Paragraphs>3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Korean e-Portfolio (unit 7 &amp; 8)</vt:lpstr>
      <vt:lpstr>지난 주말에 뭐 했어요?  좋아하는 도시의 계절, 날씨 그리고 사람들이 하는 일에 대해서 쓰세요. </vt:lpstr>
      <vt:lpstr>Here My practice of vocab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Miroslav S Pavlenko</dc:creator>
  <cp:lastModifiedBy>Miroslav S Pavlenko</cp:lastModifiedBy>
  <cp:revision>2</cp:revision>
  <dcterms:created xsi:type="dcterms:W3CDTF">2026-01-24T07:08:40Z</dcterms:created>
  <dcterms:modified xsi:type="dcterms:W3CDTF">2026-01-24T08:36:05Z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0x010100642B995E6B9FBC4D8EF322548C48AEB6</vt:lpwstr>
  </property>
</Properties>
</file>